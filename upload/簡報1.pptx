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A3A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1C2FD6-00B5-A8ED-CAF1-799E36845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A492591-25F8-0794-168F-A5297980B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966F13-788C-732D-08E9-5C73FDA9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4B5F-041B-4C99-B78E-AB968A7B9DD6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B2C5FC-EEDE-E653-1BFF-C8C0899D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AAACA3-571D-C15C-E265-D1C4683AE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8AF8-4D8D-43CB-AA21-5C481C3415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3689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244459-BA28-25C0-C735-7136F5C9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ABD322-86AC-CA47-F881-9AE704F37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B1D6BB-6E4D-7CA9-F8F8-1787CDCB7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4B5F-041B-4C99-B78E-AB968A7B9DD6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502DAF-7647-DF59-847F-04977A76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2199FB-B172-40CD-06EA-B02F845D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8AF8-4D8D-43CB-AA21-5C481C3415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087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477314-5F76-A63A-24D9-4B6B6AF0D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93D874-4F17-A411-B547-DA4E10FCB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8AB2BC-82CF-9E17-2685-76370CA2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4B5F-041B-4C99-B78E-AB968A7B9DD6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99B5A5-8B59-29C9-03C4-543965BA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1EB0BF-63BB-EC6E-B71A-3EC10D53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8AF8-4D8D-43CB-AA21-5C481C3415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082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FF8DA6-AF03-E975-32CE-2DB60F642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594104-22ED-B5D8-FB58-6BA00FA17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492CF22-C925-B419-C7DD-7BF9B23C7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E4FE691-D7E8-E855-6B66-246C2B62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4B5F-041B-4C99-B78E-AB968A7B9DD6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3FEE82-8894-ECA9-0D1D-65F7289C3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5102A80-4AE4-5E86-CC1F-5F815287E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8AF8-4D8D-43CB-AA21-5C481C3415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4569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085EEE-409A-06CD-2DCE-C13EF34B8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4036C9-D829-9660-3BB3-5FC64BD13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86AA0CD-9E09-0B78-89A1-449FE550C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55C71B-149D-3D08-0332-751A939ED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3289279-D050-39D2-6D29-7C61919CE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2195703-08D3-C2FE-C4FA-D345BBBDF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4B5F-041B-4C99-B78E-AB968A7B9DD6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6DBC7CE-938E-7578-FC52-B11ACF53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F616B1C-11C5-71CA-B17D-3B00A2A0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8AF8-4D8D-43CB-AA21-5C481C3415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2541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98328B-4498-ADB2-607F-0493F6DE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F16430C-6567-8B99-4816-7404D4F9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4B5F-041B-4C99-B78E-AB968A7B9DD6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3CCF5CC-259D-FF6B-ED8F-45089F21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3C0773-D1DC-6342-398A-3B609D48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8AF8-4D8D-43CB-AA21-5C481C3415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085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F9F6321-F82B-C68D-E62B-5E0B429B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4B5F-041B-4C99-B78E-AB968A7B9DD6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BA5BC72-E020-4CA8-FA73-0640F96A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B7D453-9446-50B1-954B-FDFCE9298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8AF8-4D8D-43CB-AA21-5C481C3415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239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D06FEB-08B6-044C-7302-15BE5681A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BD4219-1A97-115D-D90A-8DBCAFB48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661B48-7B17-9190-ACD1-2AF9C84AF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228DAB-28E9-218E-1957-F22005FDF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4B5F-041B-4C99-B78E-AB968A7B9DD6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D6ADEA1-A74F-D735-33BF-9B36C57E2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2E8FEC4-52A5-BED4-69F8-4AB541AB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8AF8-4D8D-43CB-AA21-5C481C3415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9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387E6C-F783-946C-D404-3C9AF2F1E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603B298-E6DA-152C-0FDF-01F04458E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B58BB8B-8DB5-9D84-31F5-C120ECD91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4836CE8-1579-9FE7-479F-840B4BA4E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4B5F-041B-4C99-B78E-AB968A7B9DD6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AA96A2-1F16-E469-5E70-8B48D3D6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455244-CB0F-A4B1-78EE-D80C3457E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8AF8-4D8D-43CB-AA21-5C481C3415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9576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C09F83-443E-E8CE-2312-E67D94D9F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D3D0D5F-90ED-6DD8-CFAB-9540B860A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E08DF1-4E28-3928-00AF-67C95219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4B5F-041B-4C99-B78E-AB968A7B9DD6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991FB5-257E-EE38-3954-3C0A3856E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6BB3D6-2D5B-04B9-94E1-D2D8648D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8AF8-4D8D-43CB-AA21-5C481C3415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08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14B7D2F-BB8F-3A9E-C60E-8910347C4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4BA508-2CFA-FDA5-B37B-F6E1A6C4E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6AF750-7F4A-BD64-58F7-1951DE65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4B5F-041B-4C99-B78E-AB968A7B9DD6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877D4D-796E-80F8-3E9F-9772206C3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248448-5965-EACF-FCB8-173B79E3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98AF8-4D8D-43CB-AA21-5C481C3415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634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86BC618-7FB3-26D1-073C-499D06E0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D1C773-058B-FA58-8EF0-3281ECDA8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38EB4F-96AE-AFE9-462B-EA2AFD66E9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34B5F-041B-4C99-B78E-AB968A7B9DD6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745E2A-A9AF-8838-73EC-36F77FEDA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3E73F8-359A-12E3-2A5A-8D52C6427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98AF8-4D8D-43CB-AA21-5C481C3415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48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字方塊 25">
            <a:extLst>
              <a:ext uri="{FF2B5EF4-FFF2-40B4-BE49-F238E27FC236}">
                <a16:creationId xmlns:a16="http://schemas.microsoft.com/office/drawing/2014/main" id="{6631DB90-40BA-E1B9-094A-928C62EE94D5}"/>
              </a:ext>
            </a:extLst>
          </p:cNvPr>
          <p:cNvSpPr txBox="1"/>
          <p:nvPr/>
        </p:nvSpPr>
        <p:spPr>
          <a:xfrm>
            <a:off x="2389125" y="1990438"/>
            <a:ext cx="634142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litch Goblin" panose="020B0600000000000000" pitchFamily="34" charset="0"/>
              </a:rPr>
              <a:t>C</a:t>
            </a:r>
            <a:endParaRPr lang="zh-TW" altLang="en-US" sz="16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litch Goblin" panose="020B0600000000000000" pitchFamily="34" charset="0"/>
            </a:endParaRPr>
          </a:p>
        </p:txBody>
      </p:sp>
      <p:sp>
        <p:nvSpPr>
          <p:cNvPr id="5" name="菱形 4">
            <a:extLst>
              <a:ext uri="{FF2B5EF4-FFF2-40B4-BE49-F238E27FC236}">
                <a16:creationId xmlns:a16="http://schemas.microsoft.com/office/drawing/2014/main" id="{0DC56D53-9F23-F4F7-5B30-7AD60471A52A}"/>
              </a:ext>
            </a:extLst>
          </p:cNvPr>
          <p:cNvSpPr/>
          <p:nvPr/>
        </p:nvSpPr>
        <p:spPr>
          <a:xfrm>
            <a:off x="2532277" y="192892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CB9CC62-AD27-DB7F-E967-2F404A502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83" y="235642"/>
            <a:ext cx="1714500" cy="17145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083EEC6-F6C7-760C-DED6-134115F1704A}"/>
              </a:ext>
            </a:extLst>
          </p:cNvPr>
          <p:cNvSpPr/>
          <p:nvPr/>
        </p:nvSpPr>
        <p:spPr>
          <a:xfrm>
            <a:off x="1904273" y="-360352"/>
            <a:ext cx="2988622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16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yberform Demo" pitchFamily="50" charset="0"/>
              </a:rPr>
              <a:t>C</a:t>
            </a:r>
            <a:endParaRPr lang="zh-TW" altLang="en-US" sz="16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yberform Demo" pitchFamily="50" charset="0"/>
            </a:endParaRPr>
          </a:p>
        </p:txBody>
      </p:sp>
      <p:sp>
        <p:nvSpPr>
          <p:cNvPr id="2" name="菱形 1">
            <a:extLst>
              <a:ext uri="{FF2B5EF4-FFF2-40B4-BE49-F238E27FC236}">
                <a16:creationId xmlns:a16="http://schemas.microsoft.com/office/drawing/2014/main" id="{9C852CAA-5CB0-F567-5647-119ECF7C250D}"/>
              </a:ext>
            </a:extLst>
          </p:cNvPr>
          <p:cNvSpPr/>
          <p:nvPr/>
        </p:nvSpPr>
        <p:spPr>
          <a:xfrm>
            <a:off x="4633659" y="192892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菱形 2">
            <a:extLst>
              <a:ext uri="{FF2B5EF4-FFF2-40B4-BE49-F238E27FC236}">
                <a16:creationId xmlns:a16="http://schemas.microsoft.com/office/drawing/2014/main" id="{A40CBD71-D959-01F1-5E7F-B6A047E05193}"/>
              </a:ext>
            </a:extLst>
          </p:cNvPr>
          <p:cNvSpPr/>
          <p:nvPr/>
        </p:nvSpPr>
        <p:spPr>
          <a:xfrm>
            <a:off x="6682103" y="192892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6EDE94-F4B7-6731-9C4A-79AED3FBBFEF}"/>
              </a:ext>
            </a:extLst>
          </p:cNvPr>
          <p:cNvSpPr/>
          <p:nvPr/>
        </p:nvSpPr>
        <p:spPr>
          <a:xfrm>
            <a:off x="3998672" y="-67178"/>
            <a:ext cx="2988622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16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rpta DEMO" pitchFamily="50" charset="0"/>
              </a:rPr>
              <a:t>C</a:t>
            </a:r>
            <a:endParaRPr lang="zh-TW" altLang="en-US" sz="16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rpta DEMO" pitchFamily="50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A9C621-1371-CB22-89CB-F5574F8EC199}"/>
              </a:ext>
            </a:extLst>
          </p:cNvPr>
          <p:cNvSpPr/>
          <p:nvPr/>
        </p:nvSpPr>
        <p:spPr>
          <a:xfrm>
            <a:off x="6168984" y="518614"/>
            <a:ext cx="298862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9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randover - Personal use" panose="02000500000000000000" pitchFamily="2" charset="0"/>
              </a:rPr>
              <a:t>C</a:t>
            </a:r>
            <a:endParaRPr lang="zh-TW" altLang="en-US" sz="9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randover - Personal use" panose="02000500000000000000" pitchFamily="2" charset="0"/>
            </a:endParaRPr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F29D9868-B68E-8C55-0039-9EEF73610596}"/>
              </a:ext>
            </a:extLst>
          </p:cNvPr>
          <p:cNvSpPr/>
          <p:nvPr/>
        </p:nvSpPr>
        <p:spPr>
          <a:xfrm>
            <a:off x="8905359" y="235642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87545F-B3F2-6CC3-9D02-D8DCF743B755}"/>
              </a:ext>
            </a:extLst>
          </p:cNvPr>
          <p:cNvSpPr txBox="1"/>
          <p:nvPr/>
        </p:nvSpPr>
        <p:spPr>
          <a:xfrm>
            <a:off x="8730547" y="148265"/>
            <a:ext cx="19892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3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kuran Demo" panose="02000500000000000000" pitchFamily="50" charset="0"/>
                <a:ea typeface="Gadugi" panose="020B0502040204020203" pitchFamily="34" charset="0"/>
              </a:rPr>
              <a:t>C</a:t>
            </a:r>
            <a:endParaRPr lang="zh-TW" altLang="en-US" sz="13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akuran Demo" panose="02000500000000000000" pitchFamily="50" charset="0"/>
            </a:endParaRPr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40F6B5DF-5098-28C3-F7D0-69BB3AD6FB27}"/>
              </a:ext>
            </a:extLst>
          </p:cNvPr>
          <p:cNvSpPr/>
          <p:nvPr/>
        </p:nvSpPr>
        <p:spPr>
          <a:xfrm>
            <a:off x="9263000" y="2529000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菱形 15">
            <a:extLst>
              <a:ext uri="{FF2B5EF4-FFF2-40B4-BE49-F238E27FC236}">
                <a16:creationId xmlns:a16="http://schemas.microsoft.com/office/drawing/2014/main" id="{BF15B364-7989-7CDD-3926-28FFF557D77F}"/>
              </a:ext>
            </a:extLst>
          </p:cNvPr>
          <p:cNvSpPr/>
          <p:nvPr/>
        </p:nvSpPr>
        <p:spPr>
          <a:xfrm>
            <a:off x="7020141" y="2512607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菱形 16">
            <a:extLst>
              <a:ext uri="{FF2B5EF4-FFF2-40B4-BE49-F238E27FC236}">
                <a16:creationId xmlns:a16="http://schemas.microsoft.com/office/drawing/2014/main" id="{4D18C206-4B30-A236-6D84-50E5B36AE8D6}"/>
              </a:ext>
            </a:extLst>
          </p:cNvPr>
          <p:cNvSpPr/>
          <p:nvPr/>
        </p:nvSpPr>
        <p:spPr>
          <a:xfrm>
            <a:off x="4839939" y="2512607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菱形 17">
            <a:extLst>
              <a:ext uri="{FF2B5EF4-FFF2-40B4-BE49-F238E27FC236}">
                <a16:creationId xmlns:a16="http://schemas.microsoft.com/office/drawing/2014/main" id="{FA98D19B-DC37-ABD3-04A2-1D1A4D190330}"/>
              </a:ext>
            </a:extLst>
          </p:cNvPr>
          <p:cNvSpPr/>
          <p:nvPr/>
        </p:nvSpPr>
        <p:spPr>
          <a:xfrm>
            <a:off x="388683" y="2399566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菱形 18">
            <a:extLst>
              <a:ext uri="{FF2B5EF4-FFF2-40B4-BE49-F238E27FC236}">
                <a16:creationId xmlns:a16="http://schemas.microsoft.com/office/drawing/2014/main" id="{B17AAE4B-5029-CA39-DA2E-F28F481C41CD}"/>
              </a:ext>
            </a:extLst>
          </p:cNvPr>
          <p:cNvSpPr/>
          <p:nvPr/>
        </p:nvSpPr>
        <p:spPr>
          <a:xfrm>
            <a:off x="2692585" y="2416718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菱形 20">
            <a:extLst>
              <a:ext uri="{FF2B5EF4-FFF2-40B4-BE49-F238E27FC236}">
                <a16:creationId xmlns:a16="http://schemas.microsoft.com/office/drawing/2014/main" id="{98BE27E5-072A-D5D9-A36B-E89A4A5C5989}"/>
              </a:ext>
            </a:extLst>
          </p:cNvPr>
          <p:cNvSpPr/>
          <p:nvPr/>
        </p:nvSpPr>
        <p:spPr>
          <a:xfrm>
            <a:off x="9348500" y="4553960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0784E9C3-B753-E5B7-683D-82C536F78A14}"/>
              </a:ext>
            </a:extLst>
          </p:cNvPr>
          <p:cNvSpPr/>
          <p:nvPr/>
        </p:nvSpPr>
        <p:spPr>
          <a:xfrm>
            <a:off x="7105641" y="4537567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菱形 22">
            <a:extLst>
              <a:ext uri="{FF2B5EF4-FFF2-40B4-BE49-F238E27FC236}">
                <a16:creationId xmlns:a16="http://schemas.microsoft.com/office/drawing/2014/main" id="{5D81F39A-FE09-B60A-E6A8-BA0A1714D9CB}"/>
              </a:ext>
            </a:extLst>
          </p:cNvPr>
          <p:cNvSpPr/>
          <p:nvPr/>
        </p:nvSpPr>
        <p:spPr>
          <a:xfrm>
            <a:off x="4925439" y="4537567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菱形 23">
            <a:extLst>
              <a:ext uri="{FF2B5EF4-FFF2-40B4-BE49-F238E27FC236}">
                <a16:creationId xmlns:a16="http://schemas.microsoft.com/office/drawing/2014/main" id="{B7571F89-DCE8-E394-4772-AA7DFA711C65}"/>
              </a:ext>
            </a:extLst>
          </p:cNvPr>
          <p:cNvSpPr/>
          <p:nvPr/>
        </p:nvSpPr>
        <p:spPr>
          <a:xfrm>
            <a:off x="474183" y="4424526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菱形 24">
            <a:extLst>
              <a:ext uri="{FF2B5EF4-FFF2-40B4-BE49-F238E27FC236}">
                <a16:creationId xmlns:a16="http://schemas.microsoft.com/office/drawing/2014/main" id="{79741A70-9944-B515-D258-30062085117C}"/>
              </a:ext>
            </a:extLst>
          </p:cNvPr>
          <p:cNvSpPr/>
          <p:nvPr/>
        </p:nvSpPr>
        <p:spPr>
          <a:xfrm>
            <a:off x="2778085" y="4441678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B5EC3B3-9986-3037-BB99-746CC90436A3}"/>
              </a:ext>
            </a:extLst>
          </p:cNvPr>
          <p:cNvSpPr txBox="1"/>
          <p:nvPr/>
        </p:nvSpPr>
        <p:spPr>
          <a:xfrm>
            <a:off x="465792" y="2247531"/>
            <a:ext cx="153058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3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ekomet Demo" pitchFamily="2" charset="-128"/>
                <a:ea typeface="Geekomet Demo" pitchFamily="2" charset="-128"/>
              </a:rPr>
              <a:t>C</a:t>
            </a:r>
            <a:endParaRPr lang="zh-TW" altLang="en-US" sz="13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ekomet Demo" pitchFamily="2" charset="-128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FC14CD9-E2D2-2758-04D4-81279A380BFC}"/>
              </a:ext>
            </a:extLst>
          </p:cNvPr>
          <p:cNvSpPr txBox="1"/>
          <p:nvPr/>
        </p:nvSpPr>
        <p:spPr>
          <a:xfrm>
            <a:off x="4721578" y="2548549"/>
            <a:ext cx="634142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3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yber Blast" panose="02000500000000000000" pitchFamily="50" charset="0"/>
                <a:ea typeface="Geekomet Demo" pitchFamily="2" charset="-128"/>
              </a:rPr>
              <a:t>C</a:t>
            </a:r>
            <a:endParaRPr lang="zh-TW" altLang="en-US" sz="13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yber Blast" panose="02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807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菱形 11">
            <a:extLst>
              <a:ext uri="{FF2B5EF4-FFF2-40B4-BE49-F238E27FC236}">
                <a16:creationId xmlns:a16="http://schemas.microsoft.com/office/drawing/2014/main" id="{FA663E83-108F-5117-20B1-F180DCAEDA0B}"/>
              </a:ext>
            </a:extLst>
          </p:cNvPr>
          <p:cNvSpPr>
            <a:spLocks/>
          </p:cNvSpPr>
          <p:nvPr/>
        </p:nvSpPr>
        <p:spPr>
          <a:xfrm>
            <a:off x="6474786" y="3830542"/>
            <a:ext cx="1800000" cy="1800000"/>
          </a:xfrm>
          <a:prstGeom prst="diamond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7B2D1E31-48BB-4D2A-E655-2AE9FB1FD120}"/>
              </a:ext>
            </a:extLst>
          </p:cNvPr>
          <p:cNvSpPr>
            <a:spLocks/>
          </p:cNvSpPr>
          <p:nvPr/>
        </p:nvSpPr>
        <p:spPr>
          <a:xfrm>
            <a:off x="1223913" y="3723664"/>
            <a:ext cx="1800000" cy="1800000"/>
          </a:xfrm>
          <a:prstGeom prst="diamond">
            <a:avLst/>
          </a:prstGeom>
          <a:solidFill>
            <a:schemeClr val="bg1"/>
          </a:solidFill>
          <a:ln w="38100"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菱形 3">
            <a:extLst>
              <a:ext uri="{FF2B5EF4-FFF2-40B4-BE49-F238E27FC236}">
                <a16:creationId xmlns:a16="http://schemas.microsoft.com/office/drawing/2014/main" id="{9433D8A1-CAF5-66E1-0DEA-0AD05000FAC9}"/>
              </a:ext>
            </a:extLst>
          </p:cNvPr>
          <p:cNvSpPr>
            <a:spLocks/>
          </p:cNvSpPr>
          <p:nvPr/>
        </p:nvSpPr>
        <p:spPr>
          <a:xfrm>
            <a:off x="8143270" y="937672"/>
            <a:ext cx="1800000" cy="1800000"/>
          </a:xfrm>
          <a:prstGeom prst="diamond">
            <a:avLst/>
          </a:prstGeom>
          <a:noFill/>
          <a:ln w="38100"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8CFE9C-CEC0-67CB-7123-44179A547201}"/>
              </a:ext>
            </a:extLst>
          </p:cNvPr>
          <p:cNvSpPr txBox="1">
            <a:spLocks/>
          </p:cNvSpPr>
          <p:nvPr/>
        </p:nvSpPr>
        <p:spPr>
          <a:xfrm>
            <a:off x="8143270" y="729676"/>
            <a:ext cx="1800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3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ekomet Demo" pitchFamily="2" charset="-128"/>
                <a:ea typeface="Geekomet Demo" pitchFamily="2" charset="-128"/>
              </a:rPr>
              <a:t>C</a:t>
            </a:r>
            <a:endParaRPr lang="zh-TW" altLang="en-US" sz="13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ekomet Demo" pitchFamily="2" charset="-128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7F30521-0C7A-75AC-1CC2-65865A8069B6}"/>
              </a:ext>
            </a:extLst>
          </p:cNvPr>
          <p:cNvSpPr txBox="1">
            <a:spLocks/>
          </p:cNvSpPr>
          <p:nvPr/>
        </p:nvSpPr>
        <p:spPr>
          <a:xfrm>
            <a:off x="1223913" y="586994"/>
            <a:ext cx="1800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3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ekomet Demo" pitchFamily="2" charset="-128"/>
                <a:ea typeface="Geekomet Demo" pitchFamily="2" charset="-128"/>
              </a:rPr>
              <a:t>C</a:t>
            </a:r>
            <a:endParaRPr lang="zh-TW" altLang="en-US" sz="13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ekomet Demo" pitchFamily="2" charset="-128"/>
            </a:endParaRPr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93061421-D4A6-7FB3-05A7-34B885A59A14}"/>
              </a:ext>
            </a:extLst>
          </p:cNvPr>
          <p:cNvSpPr>
            <a:spLocks/>
          </p:cNvSpPr>
          <p:nvPr/>
        </p:nvSpPr>
        <p:spPr>
          <a:xfrm>
            <a:off x="1223913" y="794990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E401382-3F7A-09F5-6DB2-0A4F91EE9E8B}"/>
              </a:ext>
            </a:extLst>
          </p:cNvPr>
          <p:cNvSpPr txBox="1">
            <a:spLocks/>
          </p:cNvSpPr>
          <p:nvPr/>
        </p:nvSpPr>
        <p:spPr>
          <a:xfrm>
            <a:off x="1223913" y="3515668"/>
            <a:ext cx="1800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3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ekomet Demo" pitchFamily="2" charset="-128"/>
                <a:ea typeface="Geekomet Demo" pitchFamily="2" charset="-128"/>
              </a:rPr>
              <a:t>C</a:t>
            </a:r>
            <a:endParaRPr lang="zh-TW" altLang="en-US" sz="13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ekomet Demo" pitchFamily="2" charset="-128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1090669-B4A3-AA16-596A-64B026DA6A6B}"/>
              </a:ext>
            </a:extLst>
          </p:cNvPr>
          <p:cNvSpPr txBox="1">
            <a:spLocks/>
          </p:cNvSpPr>
          <p:nvPr/>
        </p:nvSpPr>
        <p:spPr>
          <a:xfrm>
            <a:off x="6474786" y="3622546"/>
            <a:ext cx="1800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3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ekomet Demo" pitchFamily="2" charset="-128"/>
                <a:ea typeface="Geekomet Demo" pitchFamily="2" charset="-128"/>
              </a:rPr>
              <a:t>C</a:t>
            </a:r>
            <a:endParaRPr lang="zh-TW" altLang="en-US" sz="13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ekomet Demo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5559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菱形 11">
            <a:extLst>
              <a:ext uri="{FF2B5EF4-FFF2-40B4-BE49-F238E27FC236}">
                <a16:creationId xmlns:a16="http://schemas.microsoft.com/office/drawing/2014/main" id="{FA663E83-108F-5117-20B1-F180DCAEDA0B}"/>
              </a:ext>
            </a:extLst>
          </p:cNvPr>
          <p:cNvSpPr>
            <a:spLocks/>
          </p:cNvSpPr>
          <p:nvPr/>
        </p:nvSpPr>
        <p:spPr>
          <a:xfrm>
            <a:off x="6474786" y="3830542"/>
            <a:ext cx="1800000" cy="1800000"/>
          </a:xfrm>
          <a:prstGeom prst="diamond">
            <a:avLst/>
          </a:prstGeom>
          <a:solidFill>
            <a:srgbClr val="0FA3A3"/>
          </a:solidFill>
          <a:ln w="38100">
            <a:solidFill>
              <a:srgbClr val="0FA3A3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7B2D1E31-48BB-4D2A-E655-2AE9FB1FD120}"/>
              </a:ext>
            </a:extLst>
          </p:cNvPr>
          <p:cNvSpPr>
            <a:spLocks/>
          </p:cNvSpPr>
          <p:nvPr/>
        </p:nvSpPr>
        <p:spPr>
          <a:xfrm>
            <a:off x="1223913" y="3723664"/>
            <a:ext cx="1800000" cy="1800000"/>
          </a:xfrm>
          <a:prstGeom prst="diamond">
            <a:avLst/>
          </a:prstGeom>
          <a:solidFill>
            <a:srgbClr val="0FA3A3"/>
          </a:solidFill>
          <a:ln w="38100">
            <a:solidFill>
              <a:srgbClr val="0FA3A3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菱形 3">
            <a:extLst>
              <a:ext uri="{FF2B5EF4-FFF2-40B4-BE49-F238E27FC236}">
                <a16:creationId xmlns:a16="http://schemas.microsoft.com/office/drawing/2014/main" id="{9433D8A1-CAF5-66E1-0DEA-0AD05000FAC9}"/>
              </a:ext>
            </a:extLst>
          </p:cNvPr>
          <p:cNvSpPr>
            <a:spLocks/>
          </p:cNvSpPr>
          <p:nvPr/>
        </p:nvSpPr>
        <p:spPr>
          <a:xfrm>
            <a:off x="8143270" y="937672"/>
            <a:ext cx="1800000" cy="1800000"/>
          </a:xfrm>
          <a:prstGeom prst="diamond">
            <a:avLst/>
          </a:prstGeom>
          <a:noFill/>
          <a:ln w="38100"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8CFE9C-CEC0-67CB-7123-44179A547201}"/>
              </a:ext>
            </a:extLst>
          </p:cNvPr>
          <p:cNvSpPr txBox="1">
            <a:spLocks/>
          </p:cNvSpPr>
          <p:nvPr/>
        </p:nvSpPr>
        <p:spPr>
          <a:xfrm>
            <a:off x="8143270" y="729676"/>
            <a:ext cx="1800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3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ekomet Demo" pitchFamily="2" charset="-128"/>
                <a:ea typeface="Geekomet Demo" pitchFamily="2" charset="-128"/>
              </a:rPr>
              <a:t>C</a:t>
            </a:r>
            <a:endParaRPr lang="zh-TW" altLang="en-US" sz="13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ekomet Demo" pitchFamily="2" charset="-128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7F30521-0C7A-75AC-1CC2-65865A8069B6}"/>
              </a:ext>
            </a:extLst>
          </p:cNvPr>
          <p:cNvSpPr txBox="1">
            <a:spLocks/>
          </p:cNvSpPr>
          <p:nvPr/>
        </p:nvSpPr>
        <p:spPr>
          <a:xfrm>
            <a:off x="1223913" y="586994"/>
            <a:ext cx="1800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3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ekomet Demo" pitchFamily="2" charset="-128"/>
                <a:ea typeface="Geekomet Demo" pitchFamily="2" charset="-128"/>
              </a:rPr>
              <a:t>C</a:t>
            </a:r>
            <a:endParaRPr lang="zh-TW" altLang="en-US" sz="13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ekomet Demo" pitchFamily="2" charset="-128"/>
            </a:endParaRPr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93061421-D4A6-7FB3-05A7-34B885A59A14}"/>
              </a:ext>
            </a:extLst>
          </p:cNvPr>
          <p:cNvSpPr>
            <a:spLocks/>
          </p:cNvSpPr>
          <p:nvPr/>
        </p:nvSpPr>
        <p:spPr>
          <a:xfrm>
            <a:off x="1223913" y="794990"/>
            <a:ext cx="1800000" cy="1800000"/>
          </a:xfrm>
          <a:prstGeom prst="diamond">
            <a:avLst/>
          </a:prstGeom>
          <a:noFill/>
          <a:ln w="38100">
            <a:solidFill>
              <a:schemeClr val="tx1"/>
            </a:solidFill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E401382-3F7A-09F5-6DB2-0A4F91EE9E8B}"/>
              </a:ext>
            </a:extLst>
          </p:cNvPr>
          <p:cNvSpPr txBox="1">
            <a:spLocks/>
          </p:cNvSpPr>
          <p:nvPr/>
        </p:nvSpPr>
        <p:spPr>
          <a:xfrm>
            <a:off x="1223913" y="3515668"/>
            <a:ext cx="1800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3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ekomet Demo" pitchFamily="2" charset="-128"/>
                <a:ea typeface="Geekomet Demo" pitchFamily="2" charset="-128"/>
              </a:rPr>
              <a:t>C</a:t>
            </a:r>
            <a:endParaRPr lang="zh-TW" altLang="en-US" sz="13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ekomet Demo" pitchFamily="2" charset="-128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1090669-B4A3-AA16-596A-64B026DA6A6B}"/>
              </a:ext>
            </a:extLst>
          </p:cNvPr>
          <p:cNvSpPr txBox="1">
            <a:spLocks/>
          </p:cNvSpPr>
          <p:nvPr/>
        </p:nvSpPr>
        <p:spPr>
          <a:xfrm>
            <a:off x="6474786" y="3622546"/>
            <a:ext cx="1800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3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ekomet Demo" pitchFamily="2" charset="-128"/>
                <a:ea typeface="Geekomet Demo" pitchFamily="2" charset="-128"/>
              </a:rPr>
              <a:t>C</a:t>
            </a:r>
            <a:endParaRPr lang="zh-TW" altLang="en-US" sz="13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ekomet Demo" pitchFamily="2" charset="-128"/>
            </a:endParaRPr>
          </a:p>
        </p:txBody>
      </p:sp>
      <p:pic>
        <p:nvPicPr>
          <p:cNvPr id="1026" name="Picture 2" descr="0fa3a3 hex col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017" y="586994"/>
            <a:ext cx="1428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87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15</Words>
  <Application>Microsoft Office PowerPoint</Application>
  <PresentationFormat>寬螢幕</PresentationFormat>
  <Paragraphs>15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6" baseType="lpstr">
      <vt:lpstr>Aptos</vt:lpstr>
      <vt:lpstr>Aptos Display</vt:lpstr>
      <vt:lpstr>Corpta DEMO</vt:lpstr>
      <vt:lpstr>Cyber Blast</vt:lpstr>
      <vt:lpstr>Cyberform Demo</vt:lpstr>
      <vt:lpstr>Gakuran Demo</vt:lpstr>
      <vt:lpstr>Geekomet Demo</vt:lpstr>
      <vt:lpstr>Glitch Goblin</vt:lpstr>
      <vt:lpstr>Grandover - Personal use</vt:lpstr>
      <vt:lpstr>新細明體</vt:lpstr>
      <vt:lpstr>Arial</vt:lpstr>
      <vt:lpstr>Gadugi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patron</cp:lastModifiedBy>
  <cp:revision>5</cp:revision>
  <dcterms:created xsi:type="dcterms:W3CDTF">2026-08-23T10:33:16Z</dcterms:created>
  <dcterms:modified xsi:type="dcterms:W3CDTF">2026-09-13T04:28:55Z</dcterms:modified>
</cp:coreProperties>
</file>